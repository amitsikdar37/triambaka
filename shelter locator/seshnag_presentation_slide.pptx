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CFF"/>
                </a:solidFill>
                <a:latin typeface="Courier New"/>
              </a:defRPr>
            </a:pPr>
            <a:r>
              <a:t>●  LIVE STATUS  |  SESHNAG EVACUATION COMMAND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F0F0F0"/>
                </a:solidFill>
                <a:latin typeface="Arial Black"/>
              </a:defRPr>
            </a:pPr>
            <a:r>
              <a:t>Campus Evacuation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4114800" cy="36576"/>
          </a:xfrm>
          <a:prstGeom prst="rect">
            <a:avLst/>
          </a:prstGeom>
          <a:solidFill>
            <a:srgbClr val="FF5A5A"/>
          </a:solidFill>
          <a:ln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A9985"/>
                </a:solidFill>
                <a:latin typeface="Arial"/>
              </a:defRPr>
            </a:pPr>
            <a:r>
              <a:t>TACTICAL FEATURES &amp; SYSTEM OVERVIEW</a:t>
            </a:r>
            <a:br/>
          </a:p>
          <a:p>
            <a:pPr>
              <a:defRPr sz="1300" b="1">
                <a:solidFill>
                  <a:srgbClr val="F0F0F0"/>
                </a:solidFill>
                <a:latin typeface="Arial"/>
              </a:defRPr>
            </a:pPr>
            <a:r>
              <a:t>■ Real-Time GPS Tracking</a:t>
            </a:r>
          </a:p>
          <a:p>
            <a:pPr>
              <a:defRPr sz="1150">
                <a:solidFill>
                  <a:srgbClr val="8A9985"/>
                </a:solidFill>
                <a:latin typeface="Arial"/>
              </a:defRPr>
            </a:pPr>
            <a:r>
              <a:t>  Synchronizes live coordinate telemetry from user devices and simulated campus civilians directly onto a command-map interface.</a:t>
            </a:r>
            <a:br/>
          </a:p>
          <a:p>
            <a:pPr>
              <a:defRPr sz="1300" b="1">
                <a:solidFill>
                  <a:srgbClr val="F0F0F0"/>
                </a:solidFill>
                <a:latin typeface="Arial"/>
              </a:defRPr>
            </a:pPr>
            <a:r>
              <a:t>■ Dynamic Suitability Allocation</a:t>
            </a:r>
          </a:p>
          <a:p>
            <a:pPr>
              <a:defRPr sz="1150">
                <a:solidFill>
                  <a:srgbClr val="8A9985"/>
                </a:solidFill>
                <a:latin typeface="Arial"/>
              </a:defRPr>
            </a:pPr>
            <a:r>
              <a:t>  Distributes evacuees automatically using Haversine distance and bunker structural strength algorithms to balance shelter load.</a:t>
            </a:r>
            <a:br/>
          </a:p>
          <a:p>
            <a:pPr>
              <a:defRPr sz="1300" b="1">
                <a:solidFill>
                  <a:srgbClr val="F0F0F0"/>
                </a:solidFill>
                <a:latin typeface="Arial"/>
              </a:defRPr>
            </a:pPr>
            <a:r>
              <a:t>■ Telegram Notification Broadcast</a:t>
            </a:r>
          </a:p>
          <a:p>
            <a:pPr>
              <a:defRPr sz="1150">
                <a:solidFill>
                  <a:srgbClr val="8A9985"/>
                </a:solidFill>
                <a:latin typeface="Arial"/>
              </a:defRPr>
            </a:pPr>
            <a:r>
              <a:t>  Pushes instant coordinate directives and emergency alerts to refugees' devices with a single command click.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797367"/>
            <a:ext cx="5212079" cy="2531745"/>
          </a:xfrm>
          <a:prstGeom prst="rect">
            <a:avLst/>
          </a:prstGeom>
          <a:noFill/>
          <a:ln w="2540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43087"/>
            <a:ext cx="5120640" cy="2440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C3E32"/>
                </a:solidFill>
                <a:latin typeface="Courier New"/>
              </a:defRPr>
            </a:pPr>
            <a:r>
              <a:t>UPLINK STATUS: 100 CONNECTED USERS  |  BUNKER ALLOCATION RATIO: OPTIMAL  |  PROTOCOL VERSION: 1.0.4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